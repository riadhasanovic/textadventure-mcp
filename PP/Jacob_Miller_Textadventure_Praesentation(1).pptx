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pc="-1" strike="noStrike">
                <a:solidFill>
                  <a:schemeClr val="dk1"/>
                </a:solidFill>
                <a:latin typeface="Calibri"/>
              </a:rPr>
              <a:t>Folie mittels Klicken verschieben</a:t>
            </a:r>
            <a:endParaRPr b="0" lang="de-D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Format der Notizen mittels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&lt;Kopfzeile&gt;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&lt;Datum/Uhrzeit&gt;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&lt;Fußzeile&gt;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A693B6-5972-490E-A07A-9A44E07876FF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&lt;Foliennummer&gt;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318FC-73AA-4038-8F5D-EEBD8682EF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76161-43A6-4E9F-B8E0-926F71951E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3B0ACD-88FB-4232-B9B0-22DE3D205F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14292-5BA6-432B-A9DB-732375936A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266B7-CDDF-4078-9063-745071B1B8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418E4-AE83-4000-80DA-2F97868982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6CABEE-CA1C-4B24-8CF7-D6EA3716DF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78A61-853C-4FD7-923A-82B95F5129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CD4589-3CCD-4488-AB80-8B3FC50F9E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&lt;Foliennummer&gt;</a:t>
            </a:fld>
            <a:endParaRPr b="0" lang="de-D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chemeClr val="dk1"/>
                </a:solidFill>
                <a:latin typeface="Calibri"/>
              </a:rPr>
              <a:t>Format des Titeltextes durch Klicken bearbeiten</a:t>
            </a:r>
            <a:endParaRPr b="0" lang="de-DE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80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Calibri"/>
              </a:rPr>
              <a:t>Format des Gliederungstextes durch Klicken bearbeiten</a:t>
            </a:r>
            <a:endParaRPr b="0" lang="de-DE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chemeClr val="dk1"/>
                </a:solidFill>
                <a:latin typeface="Calibri"/>
              </a:rPr>
              <a:t>Zweite Gliederungsebene</a:t>
            </a:r>
            <a:endParaRPr b="0" lang="de-DE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Calibri"/>
              </a:rPr>
              <a:t>Dritte Gliederungsebene</a:t>
            </a:r>
            <a:endParaRPr b="0" lang="de-DE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Calibri"/>
              </a:rPr>
              <a:t>Vierte Gliederungsebene</a:t>
            </a:r>
            <a:endParaRPr b="0" lang="de-DE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Calibri"/>
              </a:rPr>
              <a:t>Fünfte Gliederungsebene</a:t>
            </a:r>
            <a:endParaRPr b="0" lang="de-DE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Calibri"/>
              </a:rPr>
              <a:t>Sechste Gliederungsebene</a:t>
            </a:r>
            <a:endParaRPr b="0" lang="de-DE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Calibri"/>
              </a:rPr>
              <a:t>Siebte Gliederungsebene</a:t>
            </a:r>
            <a:endParaRPr b="0" lang="de-DE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t="-82999" b="-82999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915120"/>
            <a:ext cx="8229240" cy="16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</a:rPr>
              <a:t>Lovers Leap</a:t>
            </a:r>
            <a:endParaRPr b="0" lang="de-DE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29991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  <a:ea typeface="Arial"/>
              </a:rPr>
              <a:t>Textadventure mit MCP &amp; Ollama</a:t>
            </a:r>
            <a:endParaRPr b="0" lang="de-DE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38404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  <a:ea typeface="Arial"/>
              </a:rPr>
              <a:t>POS Projekt – Textbasierte Spielentwicklung</a:t>
            </a:r>
            <a:endParaRPr b="0" lang="de-D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4663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1" strike="noStrike">
                <a:solidFill>
                  <a:srgbClr val="c00000"/>
                </a:solidFill>
                <a:latin typeface="Arial"/>
                <a:ea typeface="Arial"/>
              </a:rPr>
              <a:t>Riad Hasanovic, Jan Brenneis &amp; Raphael Oberhummer</a:t>
            </a:r>
            <a:endParaRPr b="0" lang="de-DE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Agenda</a:t>
            </a:r>
            <a:endParaRPr b="0" lang="de-DE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914400" y="11887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1. Projektidee &amp; Story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914400" y="16459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2. Technische Architektur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914400" y="21031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3. MCP Server – Das Gehirn des Spiels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914400" y="25603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4. MCP Client &amp; Connector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914400" y="30175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5. Ollama Integration (Natural Language)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914400" y="34747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6. Moral System &amp; Spielmechanik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914400" y="39319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7. Herausforderungen &amp; Lösungen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914400" y="43891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12121"/>
                </a:solidFill>
                <a:latin typeface="Arial"/>
                <a:ea typeface="Arial"/>
              </a:rPr>
              <a:t>8. Fazit &amp; Ausblick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Projektidee &amp; Story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457200" y="109728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Jacob Miller wacht unter einem alten Baum im Nebel auf.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Er muss sich mit seiner Vergangenheit auseinandersetzen: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Schuldgefühle, alte Freunde, Coach Ferguson und sein verstorbener Opa.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2651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Arial"/>
                <a:ea typeface="Arial"/>
              </a:rPr>
              <a:t>Kernkonzept: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31520" y="32004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Moralische Entscheidungen mit Konsequenzen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31520" y="361188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3 zentrale Aufgaben → Good Ending oder Bad Ending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731520" y="402336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Fog Manifestations als atmosphärische Belohnung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31520" y="44348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Glossar-System für entdeckte Personen &amp; Orte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Technische Architektur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57200" y="10058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Arial"/>
                <a:ea typeface="Arial"/>
              </a:rPr>
              <a:t>Client – Server Prinzip mit MCP Framework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57200" y="1645920"/>
            <a:ext cx="2559960" cy="255996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57200" y="18288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3a5f"/>
                </a:solidFill>
                <a:latin typeface="Arial"/>
                <a:ea typeface="Arial"/>
              </a:rPr>
              <a:t>Client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3a5f"/>
                </a:solidFill>
                <a:latin typeface="Arial"/>
                <a:ea typeface="Arial"/>
              </a:rPr>
              <a:t>(main.py)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548640" y="265176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UI &amp; Eingabe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Rich Library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Ollama Fallback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3291840" y="1645920"/>
            <a:ext cx="2559960" cy="255996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3291840" y="18288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6f00"/>
                </a:solidFill>
                <a:latin typeface="Arial"/>
                <a:ea typeface="Arial"/>
              </a:rPr>
              <a:t>MCP Connector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6f00"/>
                </a:solidFill>
                <a:latin typeface="Arial"/>
                <a:ea typeface="Arial"/>
              </a:rPr>
              <a:t>(mcp_connector.py)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383280" y="265176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Verbindung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stdio Kommunikation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Tool Calls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6126480" y="1645920"/>
            <a:ext cx="2559960" cy="255996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6126480" y="18288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7d32"/>
                </a:solidFill>
                <a:latin typeface="Arial"/>
                <a:ea typeface="Arial"/>
              </a:rPr>
              <a:t>MCP Server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e7d32"/>
                </a:solidFill>
                <a:latin typeface="Arial"/>
                <a:ea typeface="Arial"/>
              </a:rPr>
              <a:t>(mcp_server.py)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6217920" y="265176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Spiellogik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Tools &amp; State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Arial"/>
                <a:ea typeface="Arial"/>
              </a:rPr>
              <a:t>Moral System</a:t>
            </a:r>
            <a:endParaRPr b="0" lang="de-DE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3a5f"/>
                </a:solidFill>
                <a:latin typeface="Arial"/>
                <a:ea typeface="Arial"/>
              </a:rPr>
              <a:t>MCP Server – Das Gehirn des Spiels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Arial"/>
                <a:ea typeface="Arial"/>
              </a:rPr>
              <a:t>Zentrale Aufgaben: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731520" y="15544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Definiert alle Tools mit @mcp.tool()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31520" y="20116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Verwaltet den gesamten Spielzustand (State)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31520" y="24688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Enthält die komplette moralische Logik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731520" y="29260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Steuert die Welt-Interaktion (look, move, take, use)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731520" y="33832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800" spc="-1" strike="noStrike">
                <a:solidFill>
                  <a:srgbClr val="212121"/>
                </a:solidFill>
                <a:latin typeface="Arial"/>
                <a:ea typeface="Arial"/>
              </a:rPr>
              <a:t>Entscheidet über Good Ending vs. Bad Ending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457200" y="41148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757575"/>
                </a:solidFill>
                <a:latin typeface="Arial"/>
                <a:ea typeface="Arial"/>
              </a:rPr>
              <a:t>Wichtige Tools: look, move, take, use, phone_listen, photo_burn, glossar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3a5f"/>
                </a:solidFill>
                <a:latin typeface="Arial"/>
                <a:ea typeface="Arial"/>
              </a:rPr>
              <a:t>Moral System &amp; 3 Aufgaben</a:t>
            </a:r>
            <a:endParaRPr b="0" lang="de-D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109728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40080" y="12344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rial"/>
                <a:ea typeface="Arial"/>
              </a:rPr>
              <a:t>1. Coach Fergusons Auto reparieren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40080" y="1691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Arial"/>
                <a:ea typeface="Arial"/>
              </a:rPr>
              <a:t>3 Repair-Tools am Parkplatz benutzen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457200" y="228600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40080" y="242316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rial"/>
                <a:ea typeface="Arial"/>
              </a:rPr>
              <a:t>2. D&amp;D-Freunde versöhnen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40080" y="2880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Arial"/>
                <a:ea typeface="Arial"/>
              </a:rPr>
              <a:t>Brettspiel in der Bibliothek aufstellen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7200" y="3474720"/>
            <a:ext cx="8229240" cy="100548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40080" y="36118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3a5f"/>
                </a:solidFill>
                <a:latin typeface="Arial"/>
                <a:ea typeface="Arial"/>
              </a:rPr>
              <a:t>3. Opa Gerald ehren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40080" y="40690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12121"/>
                </a:solidFill>
                <a:latin typeface="Arial"/>
                <a:ea typeface="Arial"/>
              </a:rPr>
              <a:t>Sprachnachrichten am Friedhof anhören (nicht löschen)</a:t>
            </a:r>
            <a:endParaRPr b="0" lang="de-DE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Ollama Integration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Arial"/>
                <a:ea typeface="Arial"/>
              </a:rPr>
              <a:t>Warum Ollama?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1463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Der Spieler kann nicht nur feste Befehle eingeben, sondern auch in natürlicher Sprache spielen. Ollama wandelt die Eingabe in Tool-Calls um.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57200" y="24688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Arial"/>
                <a:ea typeface="Arial"/>
              </a:rPr>
              <a:t>Technische Umsetzung: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731520" y="30175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System-Prompt zwingt Ollama zu JSON-Output mit Tool + Arguments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31520" y="34747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Keyword-Fallbacks bei kritischen Entscheidungen (Foto/Handy)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731520" y="39319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•  </a:t>
            </a:r>
            <a:r>
              <a:rPr b="0" lang="en-US" sz="1700" spc="-1" strike="noStrike">
                <a:solidFill>
                  <a:srgbClr val="212121"/>
                </a:solidFill>
                <a:latin typeface="Arial"/>
                <a:ea typeface="Arial"/>
              </a:rPr>
              <a:t>Zweiter Ollama-Call zur Formatierung der Server-Antwort</a:t>
            </a:r>
            <a:endParaRPr b="0" lang="de-DE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3a5f"/>
                </a:solidFill>
                <a:latin typeface="Arial"/>
                <a:ea typeface="Arial"/>
              </a:rPr>
              <a:t>Fazit &amp; Stärken des Projekts</a:t>
            </a:r>
            <a:endParaRPr b="0" lang="de-DE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731520" y="118872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✓  </a:t>
            </a: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Saubere Trennung von UI und Spiellogik durch MCP</a:t>
            </a:r>
            <a:endParaRPr b="0" lang="de-DE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731520" y="17373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✓  </a:t>
            </a: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Hohe Erweiterbarkeit (neue Tools einfach hinzufügen)</a:t>
            </a:r>
            <a:endParaRPr b="0" lang="de-DE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731520" y="22860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✓  </a:t>
            </a: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Interessante Kombination aus klassischem Adventure + modernem LLM</a:t>
            </a:r>
            <a:endParaRPr b="0" lang="de-DE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731520" y="283464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✓  </a:t>
            </a: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Tiefgehendes moralisches System mit echten Konsequenzen</a:t>
            </a:r>
            <a:endParaRPr b="0" lang="de-DE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731520" y="338328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✓  </a:t>
            </a:r>
            <a:r>
              <a:rPr b="0" lang="en-US" sz="1900" spc="-1" strike="noStrike">
                <a:solidFill>
                  <a:srgbClr val="212121"/>
                </a:solidFill>
                <a:latin typeface="Arial"/>
                <a:ea typeface="Arial"/>
              </a:rPr>
              <a:t>Gute Code-Struktur und State-Management</a:t>
            </a:r>
            <a:endParaRPr b="0" lang="de-DE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0116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Arial"/>
                <a:ea typeface="Arial"/>
              </a:rPr>
              <a:t>Fragen?</a:t>
            </a:r>
            <a:endParaRPr b="0" lang="de-DE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3474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b0bec5"/>
                </a:solidFill>
                <a:latin typeface="Arial"/>
                <a:ea typeface="Arial"/>
              </a:rPr>
              <a:t>Vielen Dank für eure Aufmerksamkeit!</a:t>
            </a:r>
            <a:endParaRPr b="0" lang="de-DE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2026-05-31T20:00:15Z</dcterms:created>
  <dc:creator>Riad Hasanovic</dc:creator>
  <dc:description/>
  <dc:language>de-DE</dc:language>
  <cp:lastModifiedBy>Riad Hasanovic</cp:lastModifiedBy>
  <dcterms:modified xsi:type="dcterms:W3CDTF">2026-06-01T09:37:40Z</dcterms:modified>
  <cp:revision>24</cp:revision>
  <dc:subject>POS Projekt - Textadventure mit MCP und Ollama</dc:subject>
  <dc:title>Jacob Miller Textadventure - MCP Projekt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